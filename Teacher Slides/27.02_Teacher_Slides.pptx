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(describe heating/cooling effects) rehearsed in Sections 2-3 (Slides 11-12) and Notice &amp; Wonder pot-of-water scenario (Slide 5). I Can #2 (record observations of state change) rehearsed in Investigation Steps 1-4 (Slides 16-17). I Can #3 (explain temperature causes state change using evidence) rehearsed in the Go Deeper recording-data section (Slide 15), Record Your Thinking (Slide 18), and the formal Write &amp; Explain (Slide 25). All three assessed in Self-Check (Slides 20-22) and Assignment (Slides 23-25).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the effect of added heat energy on a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heat energy causes melting, not hardening or disappearance.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the definition of condensation as gas-to-liquid.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condensation is distinct from freezing or melting.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reading a simple data pattern connecting temperature to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temperature, not chance, determines the state of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27.02 · WEEK 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Heating,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Cooling, and Water Changes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CPALMS SC.3.P.9.1 · Changes in Matter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280160"/>
          </a:xfrm>
          <a:prstGeom prst="roundRect">
            <a:avLst>
              <a:gd name="adj" fmla="val 7143"/>
            </a:avLst>
          </a:prstGeom>
          <a:solidFill>
            <a:srgbClr val="F3EEFB"/>
          </a:solidFill>
          <a:ln w="254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3A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happens to water when you heat it up or cool it down?"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investigation, you will observe and record how water changes state when heated and cooled.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070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what happens to water when it is heated and when it is cooled.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21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record observations of water changing from one state to another.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temperature causes water to change state using evidence from my investigation.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colored pencils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a Pot of Water on a Hot Stove?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pot of cool water on a stove. Someone turns on the heat. At first, nothing seems to happen. Then tiny bubbles appear on the bottom. Soon the water is bubbling rapidly, and steam rises from the pot.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think is happening to the water as it heats up. Where does the steam go? Write one question you have about heating water.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WALL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Part 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of how hot or cold something is. Temperature tells us the amount of heat energy.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Condensation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gas cools and turns back into a liquid. Water drops on a cold glass are condensation.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liquid gets hot enough that bubbles form throughout and it turns rapidly into a gas.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WALL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Vocabulary — Part 2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Energy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makes particles move faster. Adding heat raises the temperature of matter.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0574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055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you collect during an investigation. Scientists record data to find patterns.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9067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senses to notice details about something. Scientists make careful observations.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Science Notebook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A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"Scientists observe carefully and record data to discover how temperature changes matter from one state to another."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States of Matter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matter can be a solid (like ice), a liquid (like water), or a gas (like water vapor). Temperature determines which state water is in. In this investigation, you will observe what happens when water is heated and cooled, just like a real scientist.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3347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how water changes when the temperature changes?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Heating Water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water is heated, its particles move faster and faster. At first the water gets warm. If you keep adding heat energy, bubbles start to form — this is called boiling. The steam you see rising from boiling water is actually tiny water droplets. The invisible water vapor spreads into the air.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· SECTION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Cooling Water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water vapor cools, it turns back into a liquid. This is called condensation. You can see condensation on a cold glass on a warm day. If you cool liquid water even more, it freezes into ice. Every time the temperature drops enough, the state of matter changes.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Is the Key Factor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water makes it change from solid to liquid to gas. Cooling water reverses the process. Temperature is the key factor that causes state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NATURE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in All Three States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the only common substance on Earth that exists naturally in all three states — ice, liquid water, and water vapor — all around us, every day!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CURIOUS? GO DEEPER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Scientific Data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scientists do not just watch things happen. They record data — measurements, times, temperatures, and descriptions. Good data helps scientists find patterns.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305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8658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carefully you observe and record, the stronger your evidence will be when you explain what happened.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Heating and Cooling Water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what happens to water at different temperatures. You'll need your science notebook, pencil, and colored pencils.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STEPS 1–2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Cold &amp; Add Heat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Start Cold: Imagine an ice cube in a clear cup. Draw it and record its shape, color, and texture. Label "START — SOLID."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Add Heat: The cup sits in a warm spot for 10 minutes; the ice melts. Draw the cup now. Label "AFTER HEATING — LIQUID." Record what changed.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STEPS 3–4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Heating &amp; Cool It Down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Keep Heating: The water is heated on a stove; it bubbles and steam rises. Draw what you see. Label "MORE HEAT — GAS." Where is the water going?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Cool It Down: The water is placed in a freezer. After several hours, it is ice again. Draw the result. Label "COOLED — SOLID AGAIN."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3154680"/>
            <a:ext cx="8503920" cy="840423"/>
          </a:xfrm>
          <a:prstGeom prst="roundRect">
            <a:avLst>
              <a:gd name="adj" fmla="val 8704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278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483864"/>
            <a:ext cx="8138160" cy="456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data chart. What pattern do you notice about temperature and the state of water?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· RECORD YOUR THINKING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What You Observed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the ice when heat was added? Describe the changes you observed.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to the liquid water when even more heat was added?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four stages of your investigation in order, with labels for each state.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investigation from beginning to end — what you did, what you noticed, and what you figured out.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THINK IT THROUGH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Through Each Question On Your Own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ice to melt? What evidence do you have?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the water became a gas? What did you observe?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 did you notice between temperature and the state of water?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investigation similar to what happens to puddles on a sunny day?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and Heat Energy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ice when heat energy is added?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gets harder and colder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melts into liquid water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disappears completely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545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77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471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9471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957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1416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happens to an ice cube sitting in a warm room. Does it stay frozen?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and Heat Energy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Adding heat energy causes ice to melt; it changes from a solid to a liquid.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Condensation?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condensation?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When water vapor cools and turns back into liquid water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When liquid water turns into ice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When a solid gets warmer and melts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35458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773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4718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39471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957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61416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 involves a gas changing. Think about water drops on a cold glass.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Condensation?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Condensation is when water vapor (a gas) cools down and becomes liquid water again.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Investigation Pattern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1514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records that ice melted at a warm temperature and water froze at a cold temperature. What pattern does this data show?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Water always stays the same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Cold temperatures make water evaporate</a:t>
            </a:r>
            <a:endParaRPr lang="en-US" sz="150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Temperature determines the state of water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611755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84907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904363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651885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06749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71341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data. What is different between the two situations? Focus on the temperature.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· QUESTION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Investigation Pattern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The data shows a pattern: temperature determines whether water is a solid, liquid, or gas.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Data Table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Ice: Temperature, observations, and state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Melted: Temperature, observations, and state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Boiling: Temperature, observations, and state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 &amp; WRITE AND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 + Explain the Data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(complete sentences): 1) What happened to the water each time the temperature changed? 2) How is melting different from boiling? 3) If you left a glass of ice water outside on a hot day, what would happen over time?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F3EEFB"/>
          </a:solidFill>
          <a:ln w="1905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231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— What does your investigation data tell you about how temperature changes the state of water?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"My investigation showed me that temperature…"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"I know this because when heat was added…"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with: "The pattern in my data tells me that…"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 &amp; SUBMISSION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What to Turn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Draw a comic strip with four panels showing the investigation. In each panel, draw the water in its state, label the state, and write one sentence about what caused the change.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 CANVAS — must include: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drawings showing all four stages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 with temperature, observations, and states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responses in Part B (complete sentences)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Explain response using at least one vocabulary word</a:t>
            </a:r>
            <a:endParaRPr lang="en-US" sz="95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comic strip with labels and sentences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Investigation Work!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observed how heating and cooling change the state of water. Temperature is the key to state changes!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28.01 · Energy Causes Change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2026-07-13T18:45:51Z</dcterms:created>
  <dcterms:modified xsi:type="dcterms:W3CDTF">2026-07-13T18:45:51Z</dcterms:modified>
</cp:coreProperties>
</file>