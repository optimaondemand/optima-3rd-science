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unit! We're moving from weather (day-to-day) into climate (long-term patterns). Frame today as a big comparison: three US national parks that could not look more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question aloud slowly. Let students sit with the contrast — same country, wildly different places. Don't answer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map: I Can #1 (climate vs weather) -&gt; Section 1 + Stop and Think + Self-Check Q1 + Assignment Part B Q4. I Can #2 (compare 3 zones) -&gt; Section 2, image placeholders, comparison chart activity, Self-Check Q3, Assignment Part A + Part B Q6. I Can #3 (sunlight causes climate) -&gt; Section 3, Key Concept, Self-Check Q2, Assignment Part B Q5. Write &amp; Explain frame rehearsed in the investigation's 'Find the Pattern' step and again on the assignment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colored pencils ready early — today's comparison chart needs at least 3 colors.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no wrong observations here. Let students throw out first impressions — colors, plants, water, sky. We'll circle back to their wonder question at the very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each word aloud, students repeat, then reveal the definition. Climate zone builds directly on climate.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Elevation is the word students will need most today — it explains why mountains are cold at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real time to copy. This sentence is the foundation for distinguishing weather from climate all lesson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 move: let students try the 'mood vs. personality' metaphor in their own words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contrast — desert first, since it's the most extreme, then wetland and mountain will feel even more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Wetlands are the opposite of desert in almost every way — warm AND wet, not warm and dry. Have students name the contrast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one single mountain contains three mini-climate-zones stacked vertically — elevation alone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 for the Big Question. Let students wrestle with it — the answer involves geography/wind patterns/moisture sources, not just sunlight amount. It's okay if they don't fully solve it; the Key Concept slide next will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class restate this in their own words. Emphasize 'Patterns' as the crosscutting concept — climate zones are patterns scientists can measure and use to predict.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fact makes the Big Question concrete with real numbers. Let it land before moving to the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drawing the 5x4 grid on the board — the grid setup is the trickiest part for 3rd graders to get right on the first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1 of 2 — this 'One pattern I notice...' sentence frame is the same structure used in the Write &amp; Explain assignment later. Have 2-3 students say their pattern sentence out loud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talk-only. Facilitation moves: for question 3, this is the payoff of the whole lesson — let students genuinely try to answer their own wonder question using today's evidence. For question 4, this previews cause-and-effect thinking for later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think time. This is the most foundational distinction of the whole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Reinforce: weather = today's outfit, climate = your whole wardrobe.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sun DOES reach mountaintops (mountain sunburns are real) — the answer is about thin air, not sunlight blockage.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elevation vocabulary word and the mountain image placeholder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directly back to the image placeholder slide and the Big Question's opening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now be able to fully answer the lesson's opening Big Question using this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part here maps to a rehearsed slide: chart completion (investigation steps), color-coding (step 3), and park matching (Section 2 examples).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maps to I Can #1, Q5 to I Can #3, Q6 to I Can #2 — every objective gets its own short-answer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2 of 2 — same reasoning structure as the investigation's 'Find the Pattern' step, now with three explicit sentence starters. Point this out directly: 'You already found a pattern once today — now you're comparing two specific zones the same way.' Have 1-2 more students rehearse aloud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Type It, Photo It, or Record It on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by revisiting the Big Question one more time: 'So — why ARE national parks so different?' Let a student answer using today's evidence: sunlight, precipitation, and elevation.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National Parks So Different?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  ·  Week 3  ·  NGSS 3-ESS2-2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0E1C42"/>
          </a:solidFill>
          <a:ln w="2540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Everglades in Florida is a watery swamp full of alligators and birds. Death Valley in California is a scorching desert that almost never gets rain. They're both in the United States — so why are they so completely different?"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this question in your mind as you work through the lesson. By the end, you should be able to answer it with evidence!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Statements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21615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climate means and describe how it's different from weather.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2402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compare at least three climate zones and describe what makes each one different.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47288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6440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sunlight patterns cause different places to have different climates.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Your Materials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7276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17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notebook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0428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&amp; colored pencils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3580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pencils for your climate chart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See? What Do You Wonder?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three real landscapes found in national parks across the United States: a desert, a wetland, and a mountain. Before we learn anything new, just look carefully in your mind and notice what you already know about how these places look.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3 things you notice about how these places look different from each other. Then write 1 question: What do you wonder about why they look so different?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Patterns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1280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weather conditions in a place, observed over many years.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zone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region that shares similar long-term weather patterns.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566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that falls from clouds — rain, snow, sleet, or hail.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Shapes a Zone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evaporation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1280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liquid water warms up and turns into water vapor, an invisible gas.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wetland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that stays covered by shallow water much of the year.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566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 a place is above sea level — higher usually means cooler.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Entry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CAREFULLY INTO YOUR SCIENCE NOTEBOOK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"Climate describes the typical weather conditions of a place measured over many years."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and Climate Are Not the Same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tells you what's happening right now, or what's expected tomorrow — it changes day to day. Climate describes the pattern of weather in a place over many years. Weather is your mood today; climate is your personality — it takes years to form and doesn't change because of one bad morning.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420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snowed in Florida one unusual January, would that change Florida's climate? What would you need to see to say a place's climate had actually changed?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Desert Zones — Hot, Dry, Extreme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most recognizable US climate zones are deserts, wetlands, and mountains. Deserts get very little precipitation, with scorching days and cold nights. Plants store water in thick stems; animals come out after dark. Example: Death Valley National Park, California.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8503920" cy="1141349"/>
          </a:xfrm>
          <a:prstGeom prst="roundRect">
            <a:avLst>
              <a:gd name="adj" fmla="val 6409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963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52344"/>
            <a:ext cx="8138160" cy="757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desert animals mostly come out after dark instead of during the day?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plant need to survive with almost no rain for months at a time?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EVERGLADES NATIONAL PARK, FLORIDA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Wetland Zones — Warm, Wet, Teeming with Life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photograph at ground level in the Florida Everglades. Wide shallow water with mirror-like reflections of the sky, bald cypress trees with flared bases standing in the water, lush green sawgrass stretching to the horizon. Warm golden light, early morning or late afternoon. A great blue heron or alligator partially visible near the water's edge. Open, warm, teeming with life. Real-world nature photography, no text, no cartoons.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3639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images/3-01-everglades-wetland.png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Florida Everglades — one of the world's largest wetlands. Shallow water covers the ground year-round, and the warm, wet climate supports thousands of plant and animal species.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ROCKY MOUNTAIN NATIONAL PARK, COLORADO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Mountain Zones — Cool, Snowy, Layered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photograph of a Rocky Mountain peak in Colorado from a distance wide enough to show three elevation zones in one frame: bright white snow-covered summit at top, gray rocky treeless alpine zone in the middle, rich dark green pine forest at the base. Blue sky with a few white clouds. The three zones clearly distinct. Crisp bright natural daylight. Real-world landscape photography, no text, no cartoons.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3639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images/3-01-mountain-elevation-zones.png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completely different environments stacked on top of each other — forest at the base, bare rocky middle, snowy peak. All caused by one thing: elevation.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Sunlight: The Engine Behind It All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closer to the equator get more direct sunlight, which means more heat — that's why tropical regions stay warm and wet. Places farther from the equator get sunlight at a shallower angle, spreading energy over a wider area — cooler temperatures. Sunlight also drives evaporation, which feeds clouds and rain.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8503920" cy="1125855"/>
          </a:xfrm>
          <a:prstGeom prst="roundRect">
            <a:avLst>
              <a:gd name="adj" fmla="val 6497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96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8138160" cy="7783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Everglades gets over 60 inches of rain every year. Death Valley gets less than 2 inches. Both places get a lot of direct sunlight. What do you think explains why one is so wet and the other is so dry?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 Before We Show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417320"/>
          </a:xfrm>
          <a:prstGeom prst="roundRect">
            <a:avLst>
              <a:gd name="adj" fmla="val 5161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· CROSSCUTTING CONCEPT: PATTERNS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is the long-term pattern of weather in a place. Different regions receive different amounts of sunlight and precipitation, which creates distinct climate zones — each with its own temperature range, moisture level, and types of living things.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NATURE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130°F vs. 60+ Inches of Rain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Valley, California holds the record for the hottest temperature ever reliably measured on Earth: 130°F, recorded in August 2020. Meanwhile, the Everglades — just a few states away — receives more than 60 inches of rain per year and barely drops below 50°F even in winter. Same country, same planet, wildly different climates.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163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it would feel like to go from a 130°F desert afternoon to a wetland that barely drops below 50°F?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· 15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Climate Zones Like a Scientist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a comparison chart for three climate zones — just like a real climatologist organizes observations to spot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chart.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rows, 4 columns. Top row: Climate Zone, Temperature, Precipitation, Plants &amp; Animals. Left column: Desert, Wetland, Mountain.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what you know.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lesson to record typical temperature range, precipitation, and 2-3 plants or animals for each zone.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INVESTIGATION, STEPS 3-5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Color, Compare, Find the Pattern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Color: yellow for desert, blue for wetland, green for mountain — color makes patterns easier to see at a glance, just like real climate maps.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8503920" cy="1633474"/>
          </a:xfrm>
          <a:prstGeom prst="roundRect">
            <a:avLst>
              <a:gd name="adj" fmla="val 4478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8138160" cy="124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Pattern — "One pattern I notice across these three climate zones is…" What do you see when you compare them side by side?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Your Sources — write where your information came from, e.g. "I got my desert data from the lesson text in Section 2." Scientists always track their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8503920" cy="2058162"/>
          </a:xfrm>
          <a:prstGeom prst="roundRect">
            <a:avLst>
              <a:gd name="adj" fmla="val 355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72184"/>
            <a:ext cx="8138160" cy="1674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your chart — which climate zone surprised you most, and why?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you found — what do you think causes that pattern?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your Notice &amp; Wonder question from the warm-up. Can you answer it now? What are you still not sure about?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to wetland plants and animals if the climate slowly got drier over many years? What evidence from today supports your idea?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best way to describe climate?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best way to describe climate?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What the weather is doing right now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typical pattern of weather conditions in a place over many years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highest and lowest temperatures ever recorded in a city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back to the 'weather is your mood, climate is your personality' idea. Which answer matches personality?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best way to describe climate?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— Climate is all about long-term patterns, not today's forecast. Weather changes day to day; climate is what a place is typically like year after year.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mountaintops usually colder than valleys?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mountaintops usually colder than the valleys below them?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Because the sun never reaches the tops of tall mountains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Because mountains are always covered in snow that blocks the sun's heat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Because air gets thinner and holds less heat at higher elevations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mountain photo — forest at the base, bare rock in the middle, snow at the peak. What single factor explains all three zones?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mountaintops usually colder than valleys?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— As elevation increases, the atmosphere gets thinner and can't hold as much heat, even though the sun still shines just as strongly.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park is an example of a wetland climate zone?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national park is an example of a wetland climate zone?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Everglades National Park, Florida — warm, wet, shallow water year-round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Rocky Mountain National Park, Colorado — cold peaks, pine forests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Death Valley National Park, California — extremely hot and dry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clues: temperature, rainfall, and whether water covers the ground most of the year.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park is an example of a wetland climate zone?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 — The Everglades stays warm and wet all year, gets over 60 inches of rain annually, and is home to alligators, manatees, and hundreds of bird species.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Your Climate Zone Chart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your chart has all three zones: Desert, Wetland, Mountain — each with temperature, precipitation, and at least two plants or animals.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Color-code your chart using at least two colors — one for the zone with the most precipitation, one for the least.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 the bottom, write the national park name that belongs to each zone (Death Valley, Everglades, Rocky Mountain).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the difference between weather and climate? Use a real example to explain.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sunlight cause different climate zones to form? What would happen if a place suddenly got much more sunlight?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 is a wetland different from a desert? Compare temperature, precipitation, and living things.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WRITE &amp; EXPLAIN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Climate Zones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finished climate comparison chart. Choose the two climate zones that are most different from each other. Explain what you see.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078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 compare the ___ zone and the ___ zone, I notice that…"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059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chart tell you?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68833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chart shows me that the main reason these places are different is…"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make sense?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43814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what I learned about sunlight and precipitation shows…"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94106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use at least one of these words: climate, precipitation, elevation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Label + Turn It 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two climate zones side by side — one that gets very little precipitation and one that gets a lot. Label at least three features in each: typical temperature, one plant, one animal.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SUBMISSION INCLUDES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✓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climate comparison chart (Part A), all 3 zones filled in and color-coded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✓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Explain response comparing two zones (all 3 prompts answered)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✓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drawing — two zones side by side with labels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✓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photo, typed response, or recording showing my completed work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Investigating Real Climate Data — Lesson 3.02!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 · Lesson 3.01 · NGSS 3-ESS2-2 · CPALMS SC.3.N.1.7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2026-07-12T02:40:27Z</dcterms:created>
  <dcterms:modified xsi:type="dcterms:W3CDTF">2026-07-12T02:40:27Z</dcterms:modified>
</cp:coreProperties>
</file>