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module! From forces/motion basics into repeating motion patterns and prediction — pendulums, swings, and bouncing balls.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think of a swing or bouncing ball they've watched before reading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map: I Can #1 (describe pattern) -&gt; Section 1, vocab, Self-Check Q3. I Can #2 (observe &amp; predict) -&gt; investigation count/predict steps, Self-Check Q2. I Can #3 (patterns help predict) -&gt; Section 2, Key Concept, Write &amp; Explain. Write &amp; Explain frame rehearsed via the investigation's 'Predict It' step and again on the assignment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small heavy object works for the pendulum weight — a key or large eraser is perfect.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worry about being right — just look and think. We'll build on this swing example throughout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words chain together: motion can form a pattern, and a pattern lets you predict.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Pendulum and cycle are the two words students will use most in today's hands-on investigation.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 of the entire lesson — give real time to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brainstorm examples: clock hands, a rocking chair, windshield wipers, a ceiling fan.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distinction (prediction vs. guess) matters — a prediction is evidence-based, a guess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pendulum inside a grandfather clock swings in such a regular pattern that it can move the clock's hands forward by exactly one second per 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 class restate this in their own words before the Amazing Fact and investigation.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great story about how a simple, careful observation led to a major scientific and engineering breakthrough.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students: what other repeating patterns do they see in the world — a heartbeat, hummingbird wings, traffic lights?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couple minutes to physically build this — it's simple but worth doing carefully so it swings cleanly.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counting one full cycle (out and back) clearly before releasing students to test on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REHEARSAL 1 of 2 for today's reasoning frame. This predict-then-check structure is the same shape as the Write &amp; Explain assignment ahead. Have 2-3 students share their prediction and result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insight: consistency between trials IS the evidence that a real pattern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Talk-only reflection. Have students physically point to their own two trial counts while answering question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4 is a great stretch question — foreshadows Galileo's actual discovery about pendulum length and swing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Foundational vocabulary check for the whole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that 'repeats' is the key word — not speed, not direction changing randomly.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exactly what students did in their own investigation with the 15-second count and 30-second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each student's own prediction-and-check results from the investigation.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whether students can distinguish repeating patterns from one-time or random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good moment to revisit the vocabulary word 'pattern' one more time before the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2 is the trap — a single fall is NOT a repeating pattern, unlike the pendulum and swing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 revisits Section 3's fading-pattern idea — a changing pattern is still a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REHEARSAL 2 of 2 — same predict-then-explain structure as the investigation's 'Predict It' step. Have 1-2 more students rehearse aloud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students: Type It, Photo It, or Record It on Canvas.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6.02 — students will conduct their own repeated trials and use real data to make predictions.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2D5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25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· 3RD GRADE SCIENCE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Motion Patterns Can We Predict?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6.01  ·  Week 6  ·  NGSS 3-PS2-2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BIG QUESTION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About This...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8046720" cy="1463040"/>
          </a:xfrm>
          <a:prstGeom prst="roundRect">
            <a:avLst>
              <a:gd name="adj" fmla="val 6250"/>
            </a:avLst>
          </a:prstGeom>
          <a:solidFill>
            <a:srgbClr val="0E1C42"/>
          </a:solidFill>
          <a:ln w="25400">
            <a:solidFill>
              <a:srgbClr val="55C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4592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you watch something move over and over, could you predict exactly what it will do next?"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that question in mind as you work. By the end, you should be able to answer it — with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Statements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8DD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23444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describe a pattern in how an object moves.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8DD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377440"/>
            <a:ext cx="411480" cy="41148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224028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observe repeated motion and use that pattern to predict what will happen next.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E8DD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24612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how patterns in motion help scientists make predictions.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Gather Your Materials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8DD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81328"/>
            <a:ext cx="182880" cy="182880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325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notebook &amp; colored pencils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8DD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212848"/>
            <a:ext cx="182880" cy="182880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0574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(about 30 cm)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8DD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944368"/>
            <a:ext cx="182880" cy="182880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2788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weight (key, washer, or eraser)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8D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675888"/>
            <a:ext cx="182880" cy="182880"/>
          </a:xfrm>
          <a:prstGeom prst="ellipse">
            <a:avLst/>
          </a:prstGeom>
          <a:solidFill>
            <a:srgbClr val="0288D1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3520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or clock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Closely Before You Read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a playground swing. Someone gives it a push. It swings forward — then back. Forward — then back. Does it keep doing the same thing? What do you notice about how it moves?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219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44144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does it make you wonder? Write at least two things you notice and one question.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TO KNOW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That Repeats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34640" y="12801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from one place to another — any time an object changes position.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23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34640" y="24231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repeats in a predictable, regular way.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028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66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what you already know or observed to say what will happen next.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TO KNOW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the Pattern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pendulum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34640" y="12801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attached to a fixed point that swings back and forth.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23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34640" y="24231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 trip through a repeating motion — like one full swing back and forth.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66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gathered by watching or measuring carefully, using your senses.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DOWN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Entry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8503920" cy="1188720"/>
          </a:xfrm>
          <a:prstGeom prst="roundRect">
            <a:avLst>
              <a:gd name="adj" fmla="val 6154"/>
            </a:avLst>
          </a:prstGeom>
          <a:solidFill>
            <a:srgbClr val="F0F8E8"/>
          </a:solidFill>
          <a:ln w="19050">
            <a:solidFill>
              <a:srgbClr val="C8E0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CAREFULLY INTO YOUR SCIENCE NOTEBOOK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81381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motion repeats in a pattern, scientists can predict what will happen next."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Motion Repeats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motion is random. Some objects move in a way that repeats. A pendulum swings one way, then the other — and keeps doing it. A swing at a playground does the same thing. Each complete swing back and forth is called a cycle.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5915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57860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think of another moving thing that follows the same path over and over? What makes it keep repeating?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Help Us Predict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motion repeats the same way, it forms a pattern. Patterns are powerful — they let you say what will happen next, before it happens. If a pendulum swings 10 times in one minute, it will probably swing about 10 times in the next minute too.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8503920" cy="1086485"/>
          </a:xfrm>
          <a:prstGeom prst="roundRect">
            <a:avLst>
              <a:gd name="adj" fmla="val 6733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5915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615184"/>
            <a:ext cx="8138160" cy="702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a guess — it's a prediction backed by observation and evidence. Why is a prediction different from just a guess?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PHOTO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Can Change — Slowly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bouncing ball bounces a little lower each time. A swing slows down if nobody pushes it. The motion is changing — but the pattern is still there. Scientists track changes like these by counting and measuring over time.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FF3E0"/>
          </a:solidFill>
          <a:ln w="25400">
            <a:solidFill>
              <a:srgbClr val="F9A82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NEEDED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786384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close-up photograph of a real grandfather clock with the lower glass door open, revealing a large polished brass pendulum bob caught mid-swing with slight motion blur. Richly grained dark wood clock case visible, clock face with Roman numerals softly visible in upper background. Warm indoor natural light from a nearby window. No people. Photorealistic, sharp detail on the pendulum, warm amber tones. Real-world setting.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50215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as: images/6-01-grandfather-clock-pendulum.png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It Before We Show It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8503920" cy="1280160"/>
          </a:xfrm>
          <a:prstGeom prst="roundRect">
            <a:avLst>
              <a:gd name="adj" fmla="val 5714"/>
            </a:avLst>
          </a:prstGeom>
          <a:solidFill>
            <a:srgbClr val="F0F8E8"/>
          </a:solidFill>
          <a:ln w="19050">
            <a:solidFill>
              <a:srgbClr val="C8E0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8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81381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object moves in a repeating pattern, you can use that pattern to predict future motion. Observations are evidence — and evidence is how scientists make reliable predictions.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AMAZING SCIENCE FACT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Galileo and the Swinging Lamp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1580s, a young scientist named Galileo watched a lamp swinging in a church and timed it with his own heartbeat. He discovered that the lamp always took the same amount of time to swing — no matter how far it traveled. That observation helped invent the mechanical clock.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2697480"/>
            <a:ext cx="8503920" cy="1086485"/>
          </a:xfrm>
          <a:prstGeom prst="roundRect">
            <a:avLst>
              <a:gd name="adj" fmla="val 6733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7063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026664"/>
            <a:ext cx="8138160" cy="7024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Galileo used his own heartbeat as a timer because clocks didn't exist yet. What does that tell you about how careful his observations must have been?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CURIOUS? GO DEEPER · PHOTO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Repeating Motion in Nature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2331720"/>
          </a:xfrm>
          <a:prstGeom prst="roundRect">
            <a:avLst>
              <a:gd name="adj" fmla="val 3137"/>
            </a:avLst>
          </a:prstGeom>
          <a:solidFill>
            <a:srgbClr val="FFF3E0"/>
          </a:solidFill>
          <a:ln w="25400">
            <a:solidFill>
              <a:srgbClr val="F9A825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NEEDED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7863840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wide-angle photograph of ocean waves rolling steadily toward a sandy shore, shot from just above water level. Three or four consecutive wave crests clearly visible, each curling and breaking in the same repeating way. Golden late-afternoon light. Horizon line visible. No people. Photorealistic, vivid color, warm tones. Real outdoor coastal setting.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3639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as: images/6-01-ocean-waves-pattern.png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waves roll in one after another in a repeating pattern. Scientists can measure the timing between waves and predict when the next one will arrive — the same idea as counting pendulum swings.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· 15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Own Pendulum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FF3E0"/>
          </a:solidFill>
          <a:ln w="25400">
            <a:solidFill>
              <a:srgbClr val="F9A825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NEEDED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786384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photograph of a simple homemade pendulum on a wooden desk. A silver metal key tied to the end of a white or yellow string, taped securely to the edge of a wooden table with a small strip of tape. The key hangs freely, caught mid-swing with slight motion blur. A child's hand barely visible at the upper right corner. Warm natural light. Close-up, clear composition showing the full string length. Real-world setting, no cartoon elements.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0487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8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as: images/6-01-string-pendulum-setup.png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895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054096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your heavy object to one end of the string. Tape the other end to the edge of a table or hold it steady. Make sure the weight hangs freely.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INVESTIGATION, STEPS 2-3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It, Then Count It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14300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it.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small, gentle push. Watch it swing back and forth. Count one cycle as the weight going out and coming back. Watch 5 swings before you start counting.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1945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it.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timer. Count how many full swings happen in 15 seconds. Write that number down. Do a second trial — did you get a similar number?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INVESTIGATION, STEP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It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8503920" cy="1387411"/>
          </a:xfrm>
          <a:prstGeom prst="roundRect">
            <a:avLst>
              <a:gd name="adj" fmla="val 5273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1615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472184"/>
            <a:ext cx="8138160" cy="10033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your count, predict: how many swings will happen in 30 seconds? Write your prediction first — then time it and check.</a:t>
            </a:r>
            <a:endParaRPr lang="en-US" sz="1250" dirty="0"/>
          </a:p>
          <a:p>
            <a:pPr marL="342900" indent="-342900">
              <a:lnSpc>
                <a:spcPts val="1938"/>
              </a:lnSpc>
              <a:buSzPct val="100000"/>
              <a:buChar char="●"/>
            </a:pPr>
            <a:r>
              <a:rPr lang="en-US" sz="12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your prediction close?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Like a Scientist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8503920" cy="1145540"/>
          </a:xfrm>
          <a:prstGeom prst="roundRect">
            <a:avLst>
              <a:gd name="adj" fmla="val 6386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609344"/>
            <a:ext cx="8138160" cy="7614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170"/>
              </a:lnSpc>
              <a:buSzPct val="100000"/>
              <a:buChar char="●"/>
            </a:pPr>
            <a:r>
              <a:rPr lang="en-US" sz="14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two trials probably gave similar counts. Why do you think that happened? What does it tell you about the pendulum's pattern?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Your Thinking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1570228"/>
          </a:xfrm>
          <a:prstGeom prst="roundRect">
            <a:avLst>
              <a:gd name="adj" fmla="val 4659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8138160" cy="118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5"/>
              </a:lnSpc>
              <a:buSzPct val="100000"/>
              <a:buChar char="●"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counts from both trials. Were they the same or close? What does that tell you about the pattern?</a:t>
            </a:r>
            <a:endParaRPr lang="en-US" sz="1100" dirty="0"/>
          </a:p>
          <a:p>
            <a:pPr marL="342900" indent="-342900">
              <a:lnSpc>
                <a:spcPts val="1705"/>
              </a:lnSpc>
              <a:buSzPct val="100000"/>
              <a:buChar char="●"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30-second prediction and your actual count. Was your prediction accurate? What helped you predict?</a:t>
            </a:r>
            <a:endParaRPr lang="en-US" sz="1100" dirty="0"/>
          </a:p>
          <a:p>
            <a:pPr marL="342900" indent="-342900">
              <a:lnSpc>
                <a:spcPts val="1705"/>
              </a:lnSpc>
              <a:buSzPct val="100000"/>
              <a:buChar char="●"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story of your investigation from beginning to end — what you did, what you counted, and what you figured out.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It Through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1792415"/>
          </a:xfrm>
          <a:prstGeom prst="roundRect">
            <a:avLst>
              <a:gd name="adj" fmla="val 4081"/>
            </a:avLst>
          </a:prstGeom>
          <a:solidFill>
            <a:srgbClr val="EEF8F0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8138160" cy="14083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28"/>
              </a:lnSpc>
              <a:buSzPct val="100000"/>
              <a:buChar char="●"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notice about your pendulum's motion? Did it keep repeating in the same way?</a:t>
            </a:r>
            <a:endParaRPr lang="en-US" sz="1050" dirty="0"/>
          </a:p>
          <a:p>
            <a:pPr marL="342900" indent="-342900">
              <a:lnSpc>
                <a:spcPts val="1628"/>
              </a:lnSpc>
              <a:buSzPct val="100000"/>
              <a:buChar char="●"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counting the swings help you make a prediction? What evidence did you use?</a:t>
            </a:r>
            <a:endParaRPr lang="en-US" sz="1050" dirty="0"/>
          </a:p>
          <a:p>
            <a:pPr marL="342900" indent="-342900">
              <a:lnSpc>
                <a:spcPts val="1628"/>
              </a:lnSpc>
              <a:buSzPct val="100000"/>
              <a:buChar char="●"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else have you seen repeating motion? Think about things at home, outside, or in a machine.</a:t>
            </a:r>
            <a:endParaRPr lang="en-US" sz="1050" dirty="0"/>
          </a:p>
          <a:p>
            <a:pPr marL="342900" indent="-342900">
              <a:lnSpc>
                <a:spcPts val="1628"/>
              </a:lnSpc>
              <a:buSzPct val="100000"/>
              <a:buChar char="●"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 would happen if you made the string shorter? Would the pattern change? Would your prediction still work?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it mean when motion has a pattern?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mean when we say motion has a pattern?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object moves in a different direction every time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object moves in a way that repeats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object speeds up every time it moves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96037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523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7982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a swing — it goes out and comes back the same way every time. That's a pattern.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it mean when motion has a pattern?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 — A pattern in motion means the object keeps repeating the same movement, which is what makes it predictable.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pendulum swings 12 times in a minute — what can you predict?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watch a pendulum swing 12 times in one minute. What could you predict?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It will stop completely after 5 more swings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It will swing much faster next minute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It will swing about 12 times in the next minute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96037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523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7982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it — the pendulum has been swinging 12 times every minute. What does that pattern tell you about the next minute?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pendulum swings 12 times in a minute — what can you predict?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C — Past patterns give us evidence to predict future motion. That's one of the most useful things scientists do.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the best example of a repeating motion pattern?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the best example of a repeating motion pattern?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 playground swing going back and forth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 leaf blowing in different directions in the wind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 rock falling straight down to the ground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8503920" cy="902970"/>
          </a:xfrm>
          <a:prstGeom prst="roundRect">
            <a:avLst>
              <a:gd name="adj" fmla="val 8101"/>
            </a:avLst>
          </a:prstGeom>
          <a:solidFill>
            <a:srgbClr val="FFF9E8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8138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NOTICE? WHAT DO YOU WONDER?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8138160" cy="5554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in this scenario that helps you decide? What do you wonder about before you answer?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96037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1523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179826"/>
            <a:ext cx="813816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means the motion repeats the same way. Which one keeps doing the same thing?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SELF-CHECK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the best example of a repeating motion pattern? — Answer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822960"/>
          </a:xfrm>
          <a:prstGeom prst="roundRect">
            <a:avLst>
              <a:gd name="adj" fmla="val 8889"/>
            </a:avLst>
          </a:prstGeom>
          <a:solidFill>
            <a:srgbClr val="EEF8F0"/>
          </a:solidFill>
          <a:ln w="254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A — The swing follows the same path over and over, forward and back. A leaf in the wind or a falling rock don't repeat — they happen once.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PART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the Pattern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pendulum swings back and forth the same way over and over. Is this a repeating pattern?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ball rolls off a table and lands on the floor once. Is this a repeating pattern?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 swing moves back and forth at the playground. Is this a repeating pattern?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yes or no for each, then one sentence explaining your answer.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PART 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Answer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Explain what a pattern in motion is. Use the word 'repeats' in your answer.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 bouncing ball bounces lower and lower each time it hits the floor. Is this still a pattern? Explain why.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How is a pendulum similar to a playground swing? Name at least two things they have in common.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WRITE &amp; EXPLAIN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and Predictions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repeating pattern in motion help you predict what will happen next?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5506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89280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think that a pattern in motion helps because…"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50008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04872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observe or learn that supports your thinking?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2642616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know this because when I observed my pendulum…"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99816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5468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that make sense?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39242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makes sense because…"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89534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use at least one of these words: pattern, predict, observation, cycle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AF8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3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PART C + REFLECT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31089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&amp; Label + Turn It In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pendulum in motion showing at least 3 positions during one swing. Label: the fixed point, the lowest point, both turning points, and direction of motion with arrows. Then reflect: what do you understand now that you didn't before?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8D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574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YOUR SUBMISSION INCLUDES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✓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pendulum investigation — both trial counts, my prediction, and actual result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✓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Part A, B, and C written answers in complete sentences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✓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Write &amp; Explain response using at least one vocabulary word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✓"/>
            </a:pPr>
            <a:r>
              <a:rPr lang="en-US" sz="1050" dirty="0">
                <a:solidFill>
                  <a:srgbClr val="2B1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Part C pendulum drawing with all labels and direction arrows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2D5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Work Today!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— we investigate patterns ourselves!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· 3rd Grade Science · Lesson 6.01 · NGSS 3-PS2-2 · CPALMS SC.3.N.1.3, SC.3.N.1.7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2026-07-12T03:02:21Z</dcterms:created>
  <dcterms:modified xsi:type="dcterms:W3CDTF">2026-07-12T03:02:21Z</dcterms:modified>
</cp:coreProperties>
</file>