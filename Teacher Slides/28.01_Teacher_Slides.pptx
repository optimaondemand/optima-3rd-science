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map: I Can #1 (name forms of energy) rehearsed in Section 2 (Slide 11) and the vocab cards (Slides 6-7). I Can #2 (explain how energy causes objects to move/change) rehearsed in Section 3 (Slide 12) and the Go Deeper energy-changes-form section (Slide 15). I Can #3 (real-life examples of energy) rehearsed in the Energy Scavenger Hunt (Slides 16-17) and the formal Write &amp; Explain (Slide 25). All three assessed in Self-Check (Slides 20-22) and Assignment (Slides 23-25).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distinguishing energy forms from unrelated properties like weight or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energy causes change, unlike static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tracing a specific energy transformation.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electrical-to-light energy transformation in a flashlight.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tracing motion-to-heat energy transformation through 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friction converts motion energy into heat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28.01 · WEEK 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Energy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Change?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CPALMS SC.3.P.10.1 · Forms of Energy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BIG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This...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280160"/>
          </a:xfrm>
          <a:prstGeom prst="roundRect">
            <a:avLst>
              <a:gd name="adj" fmla="val 7143"/>
            </a:avLst>
          </a:prstGeom>
          <a:solidFill>
            <a:srgbClr val="F3EEFB"/>
          </a:solidFill>
          <a:ln w="25400">
            <a:solidFill>
              <a:srgbClr val="7B5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3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does energy cause things to change and move?"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you will be able to identify different forms of energy and explain how energy causes change.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Statements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070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different forms of energy such as light, heat, sound, and motion.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214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energy causes objects to move or change.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give examples of energy at work in everyday life.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notebook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&amp; colored pencils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Things Move, Glow, or Get Warm?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around the room. A light is shining. A fan is spinning. Your hands feel warm when you rub them together. Something is making all of these things happen. What is that something?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three things in the room that are moving, glowing, or making sound. What do you think makes each one work? Write one question about energy.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WALL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 — Part 1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do work or cause change. Energy makes things move, heat up, light up, or make sound.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05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Energy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you can see. The Sun, light bulbs, and fire all give off light energy.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906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Energy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that makes things warmer. Rubbing your hands together creates heat energy.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WALL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 — Part 2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Energy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you can hear. Sound is made when something vibrates — like a guitar string or a drum.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05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Energy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of movement. A rolling ball, a running child, and a spinning top all have motion energy.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906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Energy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that flows through wires to power lights, fans, and other devices.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Science Notebook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A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"Energy is the ability to cause change — it makes things move, glow, heat up, and make sound all around us."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· SECTION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Energy?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is what makes things happen. Without energy, nothing would move, light up, or make sound. You cannot always see energy, but you can see what it does. When a ball rolls down a hill, energy is making it move. When the Sun warms your face, energy is at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651760"/>
            <a:ext cx="8503920" cy="840423"/>
          </a:xfrm>
          <a:prstGeom prst="roundRect">
            <a:avLst>
              <a:gd name="adj" fmla="val 8704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249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8138160" cy="456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think of something that uses energy right now? How do you know energy is involved?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· SECTION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of Energy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52144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Energy — Lets us see.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618488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7335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Energy — Makes things warmer.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139696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Energy — Is what we hear.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660904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157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Energy — Is the energy of things that are moving.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82112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3697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Energy — Powers our lights, computers, and fans.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· SECTION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Causes Change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always causes change. When you push a swing, your energy makes it move. When you turn on a lamp, electrical energy changes into light energy. When you clap your hands, motion energy becomes sound energy.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E3F2FD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134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53288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gives off light and heat energy. That heat energy warms Earth, melts ice, and evaporates water — driving weather, keeping plants growing, and keeping us warm.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Forms, One Job: Causing Change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comes in many forms — light, heat, sound, motion, and electrical. Energy always causes change: it makes things move, warm up, glow, or make sound.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 NATURE FACT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Bolt of Lightning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bolt of lightning contains enough energy to toast 100,000 slices of bread — all in a fraction of a second!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CURIOUS? GO DEEPER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Changes Form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can change from one form to another. When you turn on a flashlight, electrical energy becomes light energy. When you rub your hands together, motion energy becomes heat energy. A guitar turns motion energy (strumming) into sound energy. A toaster turns electrical energy into heat energy.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69748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706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02666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does not disappear — it just changes form. This is one of the most important ideas in all of science!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ACTIVITY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Scavenger Hunt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classify forms of energy all around you. You'll need your science notebook, pencil, and colored pencils.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· STEPS 1–2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Around &amp; Classify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Look Around: Find at least six things in the room (or home) that use energy. Write the name of each item.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Classify: Next to each item, write what form of energy it uses: light, heat, sound, motion, or electrical. Some items may use more than one form!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· STEPS 3–4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Changes &amp; Make a Chart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Energy Changes: Pick three of your items. For each one, describe how energy changes form (example: a lamp changes electrical energy into light energy).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Make a Chart: Create a chart sorting your items by energy type. Which form did you find the most? Write one sentence about the pattern.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154680"/>
            <a:ext cx="8503920" cy="840423"/>
          </a:xfrm>
          <a:prstGeom prst="roundRect">
            <a:avLst>
              <a:gd name="adj" fmla="val 8704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278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483864"/>
            <a:ext cx="8138160" cy="456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form of energy did you find most often? Why do you think that form of energy is so common?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· RECORD YOUR THINKING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What You Discovered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at least four different forms of energy? Give an example of each.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energy cause change? Describe one example in detail.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label three items from your scavenger hunt, showing the energy transformation for each.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of your investigation from beginning to end — what you did, what you noticed, and what you figured out.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THINK IT THROUGH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Through Each Question On Your Own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happen if there were no energy at all? What would the world be like?</a:t>
            </a:r>
            <a:endParaRPr lang="en-US" sz="12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Sun provide energy to Earth? What forms of energy does it give?</a:t>
            </a:r>
            <a:endParaRPr lang="en-US" sz="12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think of something that uses more than one form of energy at the same time?</a:t>
            </a:r>
            <a:endParaRPr lang="en-US" sz="12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rub your hands together, they get warm. What energy change is happening?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a Form of Energy?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a form of energy?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Weight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Heat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Color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35458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77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4718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39471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4957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61416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makes things move, warm up, or glow. Which option describes something that causes change?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a Form of Energy?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 — Heat is a form of energy. Other forms include light, sound, motion, and electrical energy.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On a Flashlight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energy change happens when you turn on a flashlight?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Electrical energy changes to light energy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Sound energy changes to heat energy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Light energy changes to motion energy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35458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77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4718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39471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4957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61416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flashlight uses batteries. What form of energy do batteries have? What does the flashlight produce?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On a Flashlight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A — A flashlight uses electrical energy from batteries and changes it into light energy.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Rubbing Hands Together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rubs her hands together quickly and they feel warm. What happened?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Sound energy was created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Light energy changed to heat energy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Motion energy changed to heat energy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35458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77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4718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39471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4957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61416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Rubbing is a type of movement. What form of energy is movement? What form of energy is warmth?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Rubbing Hands Together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C — Rubbing your hands is motion, and that motion energy changes into heat energy through friction.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Forms Chart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→ Form of energy? What change does it cause?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 → Form of energy? What change does it cause?</a:t>
            </a:r>
            <a:endParaRPr lang="en-US" sz="13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Toaster → Form of energy? What change does it cause?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B &amp; WRITE AND EXPLAIN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Answer + Explain Energy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(complete sentences): 1) What is energy? Explain in your own words. 2) Name three forms of energy and give one real-life example of each. 3) Describe one example of energy changing from one form to another.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F3EEFB"/>
          </a:solidFill>
          <a:ln w="19050">
            <a:solidFill>
              <a:srgbClr val="7B5E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3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EXPLAIN — How does energy cause things to change and move? Use examples from your scavenger hunt.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"I think energy causes change because…"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"I know this because during my scavenger hunt I found…"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with: "One example of energy causing change is…"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C &amp; SUBMISSION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&amp; Label + What to Turn 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Draw a scene from your home or school that shows at least three forms of energy in action. Label each form of energy and draw arrows showing any energy transformations.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 CANVAS — must include: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scavenger hunt list with at least six items</a:t>
            </a:r>
            <a:endParaRPr lang="en-US" sz="95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chart with forms and changes for each item</a:t>
            </a:r>
            <a:endParaRPr lang="en-US" sz="95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 responses in Part B (complete sentences)</a:t>
            </a:r>
            <a:endParaRPr lang="en-US" sz="95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Explain response using at least one vocabulary word</a:t>
            </a:r>
            <a:endParaRPr lang="en-US" sz="95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drawing showing three forms of energy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comes in many forms and always causes change. Everything that moves, glows, warms up, or makes sound is using energy!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28.02 · Light, Reflection, and Heat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2026-07-13T18:47:25Z</dcterms:created>
  <dcterms:modified xsi:type="dcterms:W3CDTF">2026-07-13T18:47:25Z</dcterms:modified>
</cp:coreProperties>
</file>