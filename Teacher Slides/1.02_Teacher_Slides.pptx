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Ask: "What can a scientist discover just by slowing down and paying careful attention?" Take guesses without confirming.
Follow-up: "What makes you think that?"
Transition: "Let's think about scientists you've already seen."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 (5 min)
Collect ideas without confirming or correcting -- there are no wrong answers here.
Follow-up: "What makes you say that?"
Transition: "Let's learn the words scientists use for exactly this."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 CLUSTER 1 (2 min)
Take guesses for each word before confirming.
Follow-up: "Was your guess close?"
Transition: "Now the words for HOW they record what they find."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 CLUSTER 2 (2 min)
Take guesses before confirming.
Follow-up: "Which sense do you think will be most useful today?"
Transition: "Let's see what it means to really slow down like a scientist."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EXPLAIN, DISCOVERY-FIRST (3 min)
Let students propose why the specific version is better before confirming: vague observations aren't useful to other scientists.
Follow-up: "Can you say more about that?"
Transition: "After a scientist observes, what do they do with it?"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(3 min)
Let students reason to "it probably rained" before confirming.
Key point: an inference is reasoned from evidence, not a wild guess.
Follow-up: "What would change your mind about that inference?"
Transition: "Now let's talk about why scientists still draw instead of just taking photos."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(2 min)
Anticipated: drawing forces you to notice every leg, every antenna -- you can't just click and move on.
Follow-up: "What's the difference between a scientific sketch and a regular drawing?"
Transition: "Let's put senses, sketch, and inference together in one model."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(4 min)
Reveal each zone label (Sight, Sound, Smell &amp; Touch, Scientific Sketch, Inference) after students guess from the description.
Follow-up: "Which zone do you think comes last, and why?"
Transition: "Let's name the big idea."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(2-3 min)
Have students share their own version first, then compare.
Follow-up: "Who said something close to this?"
Transition: "Let's see why this takes patience -- even for famous scientists."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REHEARSAL #1 (5 min) -- this mirrors the exact Part B Write &amp; Explain frame (What did you observe? / What does that tell you? / Why do you think that?). Use it out loud now.
Anticipated: one observation isn't enough evidence for a big inference -- more observations make the inference more reliable.
Follow-up: "Can you say more about that?"
Transition: "Let's go try this ourselves outside (or with an object)."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(3 min)
Emphasize: real scientists don't rush. 2 full minutes of silent observing before any writing.
Follow-up: "What did the extra time let you notice?"
Transition: "Now record what you noticed with each sense."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(6 min)
Circulate or narrate. Push for specific over vague language, echoing Section 1's example.
Follow-up: "What sense gave you the most information?"
Transition: "Now make your scientific sketch."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(5 min)
This directly rehearses Part C of the assignment.
Common error: students draw what they THINK the object looks like rather than what's actually in front of them -- redirect gently.
Follow-up: "What part was hardest to label accurately?"
Transition: "Now make one inference from everything you noticed."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 (4 min)
This is the exact Think Like a Scientist prompt from the HTML.
Follow-up: "What observation is your inference built on?"
Transition: "Let's talk through what this investigation showed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REHEARSAL #2 (5 min)
Second live rehearsal of observation-vs-inference reasoning, now using students' own real data.
Follow-up: "What would you need to see to be MORE sure about your inference?"
Transition: "Quick self-check before the assignment."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Q1 (1-2 min)
Give silent think time before revealing.
Follow-up: "What made you notice that?"
Transition: "One more."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Q1 REVEAL (1 min)
Follow-up: "How does this match what we practiced with our own object?"
Transition: "Let's try one about inference."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Q2 (1-2 min)
Give silent think time before revealing.
Follow-up: "What's the actual observation hiding in this sentence?"
Transition: "Let's reveal."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Q2 REVEAL (1 min)
Follow-up: "How is this like the log/rain example from Section 2?"
Transition: "Now let's preview the assignment."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PREVIEW -- PART A (2 min)
This was already rehearsed live in the investigation's "record by sense" step.
Exact wording from the HTML; do not paraphrase.
Transition: "Part B is the reasoning we've already practiced twice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PREVIEW -- PART B (2 min)
We already rehearsed this exact 3-part frame twice (Darwin's notebooks, and our own investigation). Point that out to students explicitly.
Transition: "Last part -- your scientific sketch."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PREVIEW -- PART C (1 min)
Students already made this sketch during the investigation -- this is a check-and-polish step, not new work.
Transition: "Let's wrap up."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(1 min)
Recap: slow down -&gt; senses -&gt; sketch -&gt; inference -&gt; reasoning (twice) -&gt; self-check.
Preview 2.01 briefly. Dismiss.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1.02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Becoming a Scientist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Science &amp; Observing the Natural World   |   NGSS SEP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8046720" cy="1691640"/>
          </a:xfrm>
          <a:prstGeom prst="roundRect">
            <a:avLst>
              <a:gd name="adj" fmla="val 4324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29718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76809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3rd-grade-aged child crouching outdoors closely examining a leaf or rock with a magnifying glass, science notebook open nearby, natural daylight, photorealistic.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27939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1-02-child-investigating.png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· NOTICE &amp; WONDER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Scientists Actually Do?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a scientist you've seen -- in a book, a video, or outside in nature.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8138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they doing? What tools were they using? What do you notice scientists do that's different from just walking by?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151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2 things you notice about how scientists work, and 1 question you have about being a scientist.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· GUESS BEFORE THE REVEAL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Wall: Investigating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81381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what you just said about how scientists work -- what do you think we call the careful, planned study a scientist does? What do you wonder we call the ideas they figure out from clues?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377440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87168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using your senses about the world around you.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377440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487168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explanation or best guess based on what you observed -- not a fact, but a thoughtful idea.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2423160"/>
            <a:ext cx="2377440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487168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careful, planned study scientists do to learn about something in the natural world.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· GUESS BEFORE THE REVEAL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Wall: Recording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81381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we call a detailed, labeled drawing a scientist makes instead of just taking a photo? What do you wonder are all the ways your body can gather information?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sketch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377440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87168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detailed, labeled drawing that records exactly what a scientist observes.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377440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487168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from observations that helps explain what you noticed or what happened.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18288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2423160"/>
            <a:ext cx="2377440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487168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ways your body gathers information: sight, sound, smell, touch, and taste.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DISCOVER IT YOURSELF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Scientists Slow Down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might spend 20 minutes watching one beetle move across a leaf. What do you notice they'd need to pay attention to? What do you wonder they're looking for?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848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these two: "The leaf has three small brown spots on the right edge" vs. "The leaf looks damaged." Which one is a real scientific observation -- and why?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DISCOVER IT YOURSELF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vs. Inference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soil under a log is dark and wet, with small puddles nearby. What do you OBSERVE here? What might you INFER happened?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840423"/>
          </a:xfrm>
          <a:prstGeom prst="roundRect">
            <a:avLst>
              <a:gd name="adj" fmla="val 870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848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8138160" cy="456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didn't actually SEE it rain. So how can they be reasonably sure that's what happened?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DISCOVER IT YOURSELF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Scientists Draw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5272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exist -- so why do you think scientists still make detailed drawings instead of just taking a photo? What do you wonder a drawing forces you to do that a photo doesn't?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848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SKETCH "SCIENTIFIC"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8138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that name the parts. Details -- nothing left blurry or vague. Sometimes measurements or scale. You don't need to be an artist -- you need to look carefully and be honest about what you see.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MODEL · PREDICT FIRST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Scientist's Observation Toolkit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" y="137160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shape, size, patterns, texture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29968" y="960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rustling, dripping, buzzing, crunching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9896" y="960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9896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13048" y="137160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rough, damp, earthy, sharp smell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9824" y="960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22976" y="137160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+ label at least 3 parts of your object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59752" y="960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1005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32904" y="1371600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you?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420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76148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 reveal each zone: what do you notice each one gives you a different KIND of information about the same object? What do you wonder connects all of them?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· SAY IT BEFORE WE SHOW 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Just Figured Out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40423"/>
          </a:xfrm>
          <a:prstGeom prst="roundRect">
            <a:avLst>
              <a:gd name="adj" fmla="val 870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8138160" cy="456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 -- how do observations and inferences work together in an investigation?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983423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6575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IDEA TO THIS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76031"/>
            <a:ext cx="81381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make observations by using their senses to gather specific information about the world around them. After observing, they make inferences -- reasonable explanations based on that evidence.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come from your senses. Inferences come from your thinking. Both are important parts of every investigation.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 · WHY IT TAKES SO MANY OBSERVATIONS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Darwin's Notebooks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Darwin spent five years carefully observing animals, plants, and fossils on a voyage around the world before he felt ready to share his ideas. Scientists have also found hundreds of new insect species just by carefully examining a single fallen log that others had walked past for years.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1688338"/>
          </a:xfrm>
          <a:prstGeom prst="roundRect">
            <a:avLst>
              <a:gd name="adj" fmla="val 43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391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95144"/>
            <a:ext cx="8138160" cy="13042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observe (in this story) that stands out? Start with: "I noticed that..."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tell you about why scientists need so many observations before making a strong inference? Start with: "That tells me..."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that? Start with: "I think that because..."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INVESTIGATION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Object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child's hands gently holding a natural object such as a leaf, shell, or pine cone outdoors, preparing to observe it closely, warm daylight, photorealistic.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30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1-02-choosing-object.png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960120"/>
            <a:ext cx="4160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notebook, pencil, colored pencils, and a natural object -- a leaf, rock, shell, flower, pine cone, or stick. A magnifying glass helps if you have 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334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852928"/>
            <a:ext cx="81381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at least 2 full minutes just observing your object before writing anything. What do you notice that you almost missed at first glance?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INVESTIGATION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Record: Sight, Sound, Smell, Touch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four sections in your notebook and label them: Sight, Sound, Smell, Touch. Write at least 2 sight observations, 1 sound observation, and 1 smell or touch observation. Be specific!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0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8541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share your best sight observation -- is it specific (like "three brown spots") or vague (like "looks damaged")?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INVESTIGATION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Scientific Sketch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fresh page, draw your object carefully. Include only details you actually see -- not what you think it should look like. Label at least 3 parts with descriptive words. Add color if your object has it.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· INVESTIGATION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Inference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8930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observing your object, write one inference. What does something you noticed tell you about what might have happened to it, where it came from, or what lives near it?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183765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56917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76373"/>
            <a:ext cx="81381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notes: does your inference connect clearly to something you actually observed, or is it more of a guess?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· TALK IT THROUGH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 Your Inference Be Wrong?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1934401"/>
          </a:xfrm>
          <a:prstGeom prst="roundRect">
            <a:avLst>
              <a:gd name="adj" fmla="val 3782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89304"/>
            <a:ext cx="8138160" cy="15503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most interesting or surprising thing you observed? What made it interesting?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the observations you wrote and the inference you made -- could your inference be wrong? What would change it?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else might a scientist use these same observation skills -- in nature, or even in everyday life?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· SELF-CHECK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observation: a guess about what might happen, information gathered using your senses, or a labeled drawing?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your answer AND why the other two don't fit the definition.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· SELF-CHECK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 1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Information gathered using your senses -- not a guess, and not the drawing itself.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· SELF-CHECK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 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notices the soil under a log is wet and dark. She thinks it rained last night. What is "it rained last night"?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your answer AND what Maya actually observed vs. what she figured out.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· SELF-CHECK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 2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An inference -- Maya didn't see the rain, she reasoned from the evidence (wet soil).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 · 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Sense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investigation notes. Next to each observation you wrote, add a label for which sense you used: Sight, Sound, Smell, Touch. Then answer: which sense gave you the most useful information? Write one sentence explaining why.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 · PART 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&amp; Explain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2180463"/>
          </a:xfrm>
          <a:prstGeom prst="roundRect">
            <a:avLst>
              <a:gd name="adj" fmla="val 3355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89304"/>
            <a:ext cx="8138160" cy="17964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observe? Describe the most interesting thing you noticed -- use specific details from your notes.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tell you? What does your most interesting observation suggest about your object or the place it came from?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you think that? Connect your observation to your inference -- what evidence helped you reach that conclusion?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 · PART 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Sketch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your scientific sketch from the investigation. Check that it has at least 3 labeled parts. If you want to improve it, go back and add more detail or another label before turning it in.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Work, Scientists!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slowed down, observed with your senses, sketched like a scientist, and explained your thinking twice -- before we ever gave you a worksheet.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turn in: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investigation notes -- observations labeled by sense, plus my inference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Write &amp; Explain (Part B) response in complete sentences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scientific sketch with at least 3 labeled parts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in 2.01: Weather Patterns.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1.02 Investigation: Becoming a Scientist — Teacher Slides</dc:title>
  <dc:subject>PptxGenJS Presentation</dc:subject>
  <dc:creator>Optima Academy Online</dc:creator>
  <cp:lastModifiedBy>Optima Academy Online</cp:lastModifiedBy>
  <cp:revision>1</cp:revision>
  <dcterms:created xsi:type="dcterms:W3CDTF">2026-07-12T02:27:07Z</dcterms:created>
  <dcterms:modified xsi:type="dcterms:W3CDTF">2026-07-12T02:27:07Z</dcterms:modified>
</cp:coreProperties>
</file>