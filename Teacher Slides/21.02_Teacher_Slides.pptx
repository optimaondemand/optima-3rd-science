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investigation is a classification lab, applying 21.01's seed/spore distinction using real evidence-based sorting.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answered today through a hands-on classification exercise with six real plant clues.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map: I Can #1 (sort with evidence) -&gt; Plant Clues A-F, sorting chart, Self-Check Q2-3. I Can #2 (alike/different) -&gt; seed vs spore diagram, Self-Check Q1. I Can #3 (pattern) -&gt; Step 4 pattern sentence, Write &amp;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magnifying glass is optional but helps students appreciate how tiny real spores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wrong answers here — we'll come back to your question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Classify is the new skill word for this lesson — the entire investigation is a classification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and pattern are the two words driving the entire sorting-lab methodology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previews the whole lesson's alike-but-different framing before Sections 1-3.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connects back to 21.01's seed dispersal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'far smaller than any seed' size contrast is the single most important clue students will use in the sorting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'not enough evidence' option is a critical third choice students will use in today's sorting lab, alongside seed and spore.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a zone to explore it — in the live Canvas lesson this is interactive; here we present the full side-by-side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class restate this together before the Amazing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Deeper: flowering plants wrap their embryo in fruit or a seed coat and partner with animals and wind — a newer, very effective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different sizes, shapes, and textures. What's the first thing you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clue: seed, spore, or not enough evidence? Record your thinking in the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1 — building the three-column evidence chart for all six clues, exactly the reasoning students will formalize in Part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2 of today's reasoning — this pattern-finding step directly previews the Write &amp; Explain question about the biggest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scientist thinks carefully about what they observed — not just 'it was a seed' but WHY they think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fourth question (Extend Your Thinking — inventing a challenging new plant clue) exists in the source lesson, reserved for extension/enrichment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review of Section 1-2 and I Can #2.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the main job of both seeds and spores.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review of Section 2 and I Can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Remember, ferns are one of the plants that reproduce with spores, not seeds — think about where the powder comes from and how small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review of Section 3 and I Can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what we were trying to classify — clues about how plants reproduce. Does a leaf give you that information?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reuses the sorting chart completed during the Explore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Q4-5 directly reuse the seed vs. spore comparison diagram from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3 — same pattern-finding structure as Step 4 of the investigation, now written formally with full vocabulary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Type It, Photo It, or Record It on Canvas. Before today, did you know some plants never make seeds? What surprised you most?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22.01 — How Do Humans Affect Ecosystems (Unit 8 begins).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Seed vs. Spore Sorting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21.02  ·  Week 21  ·  NGSS 3-LS1-1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BIG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This...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0E1C42"/>
          </a:solidFill>
          <a:ln w="2540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can you tell whether a tiny plant part is a seed or a spore?"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this in mind. By the end, answer it with evidence from your own sorting lab.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Statements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170432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sort plant clues as seeds or spores using evidence from my observations.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19456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seeds and spores are alike and how they are different.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01568"/>
            <a:ext cx="411480" cy="41148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18688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a pattern I notice in how seeds and spores help plants reproduce.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Your Materials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71016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1247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notebook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911096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7647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&amp; colored pencils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551176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4048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Magnifying glass (if available)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Already Know?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outside and you find two tiny things on the ground. One came from inside an apple. The other is dusty powder on the underside of a fern leaf. They are both incredibly small, and both have something to do with making new plants.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things you notice or wonder about seeds and spores. Then write 1 question you hope to answer today.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Seeds, Spores, and Classifying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1280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part that can grow into a new plant. Seeds have a protective coat and a tiny embryo inside.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tiny cell that can grow into a new plant, much smaller than a seed.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0" y="3566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sort things into groups based on what they have in common.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Reproducing with Evidence and Patterns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280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new living things of the same kind. Every plant reproduces so its species can keep on living.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423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you observe or measure that supports an explanation. Good scientists always use evidence before drawing a conclusion.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3566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repeats or appears the same way across different examples. Patterns help scientists make predictions.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Entry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CAREFULLY INTO YOUR SCIENCE NOTEBOOK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seeds and spores help plants reproduce, but they are not the same."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Plants Use Seeds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plants reproduce using seeds. A seed holds a tiny embryo — the beginning of a new plant — protected inside a tough outer coat. Seeds come from flowers, fruits, and cones. After they form, they travel: some ride on wind, some float on water, some stick to passing animals.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219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81381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it help a seed to travel far away from the parent plant before it starts growing?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Plants Use Spores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Ferns, mosses, and some other plants never make seeds. Instead, they reproduce with spores — a spore is just one tiny cell, far smaller than any seed. You often can't see spores without a magnifying glass. Spores form in small clusters on the underside of fern leaves, then drift through air or water.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219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81381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spores are so tiny, what do you think happens to most of them after they drift away?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Scientists Classify with Evidence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scientists tell seeds and spores apart? They look at evidence: size, where it came from, whether it has a coat. Sometimes there isn't enough evidence to be sure — scientists write 'not enough information' rather than guess. It's more honest, and more useful.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6654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494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Botanists sort and classify plant parts every time they discover a new species.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VS. SPORE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and Structure Compared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seed coat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embryo and a hilum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cm wide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individually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protective coat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tiny cell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mm or less</a:t>
            </a:r>
            <a:endParaRPr lang="en-US" sz="11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in a cluster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help plants reproduce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It Before We Show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371600"/>
          </a:xfrm>
          <a:prstGeom prst="roundRect">
            <a:avLst>
              <a:gd name="adj" fmla="val 5333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and spores both help plants reproduce. But a seed carries a protected embryo and stored food inside a coat, while a spore is just one tiny cell with no protective layer. Their size, structure, and source are what scientists use to tell them apart.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NATURE FACT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One Million Spores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fern plant can release over one million spores in a single growing season — and most of them never become a new plant. It takes that many tries to get a few to land just right.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606040"/>
            <a:ext cx="8503920" cy="1066800"/>
          </a:xfrm>
          <a:prstGeom prst="roundRect">
            <a:avLst>
              <a:gd name="adj" fmla="val 6857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7919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8138160" cy="682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60"/>
              </a:lnSpc>
              <a:buSzPct val="100000"/>
              <a:buChar char="●"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Ferns have been reproducing with spores for hundreds of millions of years, even before flowers existed. Why do you think flowering plants eventually became the most common plants on Earth?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CLUE SORTING LAB · 15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a Real Sorting Lab Looks Like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pic>
        <p:nvPicPr>
          <p:cNvPr id="8" name="Image 0" descr="/sessions/modest-gifted-goldberg/mnt/optima-3rd-science/images/21-2-sorting-lab-set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68880" y="914400"/>
            <a:ext cx="420624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68880" y="2267712"/>
            <a:ext cx="4206240" cy="649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sorting tray holds pine cones, acorns, maple samaras, a fern frond with sori, sunflower seeds, bean seeds, and green moss.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CLUES · A THROUGH 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Each Clue Carefully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A: Found inside an apple, surrounded by soft fruit.</a:t>
            </a:r>
            <a:endParaRPr lang="en-US" sz="10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B: A fine brown powder on the underside of a fern leaf.</a:t>
            </a:r>
            <a:endParaRPr lang="en-US" sz="10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C: Has a hard protective outer coat, about the size of an apple seed.</a:t>
            </a:r>
            <a:endParaRPr lang="en-US" sz="10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D: Comes from moss, too small to see without a magnifying glass.</a:t>
            </a:r>
            <a:endParaRPr lang="en-US" sz="10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E: Falls from between the scales of a pine cone when it dries out.</a:t>
            </a:r>
            <a:endParaRPr lang="en-US" sz="10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F: A flat green leaf attached to a plant stem.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Read, Write Evidence, Sort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064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71016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clue, write what you observe in the middle column — size, source, coating. Then write your classification in the last column: seed, spore, or not enough evidence. Use your evidence, not just a guess.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8503920" cy="1047115"/>
          </a:xfrm>
          <a:prstGeom prst="roundRect">
            <a:avLst>
              <a:gd name="adj" fmla="val 6986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8138160" cy="6630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83"/>
              </a:lnSpc>
              <a:buSzPct val="100000"/>
              <a:buChar char="●"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F is a green leaf. Why is it harder to classify than the other clues — and what does that tell you about good scientific evidence?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Pattern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0817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across all your clues. Write one sentence in your notebook describing a pattern you notice — something that most seeds share, or something that made the spore clues different.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What You Found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clues did you classify as seeds? Which as spores? List them and name the evidence that helped you decide.</a:t>
            </a:r>
            <a:endParaRPr lang="en-US" sz="11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clue was the hardest to classify? Write one sentence explaining why it was difficult.</a:t>
            </a:r>
            <a:endParaRPr lang="en-US" sz="11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what you imagine a seed looks like and what a spore cluster looks like. Label at least 2 parts on each.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It Through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1570228"/>
          </a:xfrm>
          <a:prstGeom prst="roundRect">
            <a:avLst>
              <a:gd name="adj" fmla="val 4659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247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380744"/>
            <a:ext cx="8138160" cy="118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did most of your seed clues have in common? Did any pattern surprise you?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the spore clues different from the seed clues? What specific evidence pointed you in that direction?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for scientists to write 'not enough evidence' instead of guessing? What could go wrong if they guessed?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seeds and spores both help plants do?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seeds and spores both help plants do?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Grow roots underground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Reproduce — make new plants of the same kind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Absorb water from the soil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a plant make seeds or spores in the first place?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seeds and spores both help plants do?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 — Both seeds and spores are how plants pass life on to the next generation; they just do it in different ways.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powdery dust on a fern leaf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finds fine powdery dust on the underside of a fern leaf. This is most likely —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Spores — ferns reproduce with tiny dusty spores, not seeds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Seeds — ferns keep their seeds on their leaves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Pollen from a nearby flower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ferns make seeds at all?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powdery dust on a fern leaf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 — Ferns don't make seeds at all. That dusty powder is spores — it's how ferns have reproduced for hundreds of millions of years.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was Clue F classified as "not enough evidence"?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scientists classify Clue F (a green leaf) as "not enough evidence"?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Because leaves are always seeds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Because leaves are too large to be plant clues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Because a leaf by itself doesn't tell us how that plant reproduces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we actually trying to classify — plant parts in general, or reproduction clues?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was Clue F classified as "not enough evidence"?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 — We were classifying reproduction parts, not plant parts in general. A leaf doesn't give us evidence about seeds or spores.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&amp; Identify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List the clues you sorted as seeds and write one piece of evidence for each.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 the clues you sorted as spores and write one piece of evidence for each.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clue got 'not enough evidence'? Explain what additional information you would need.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are seeds and spores alike? Name at least one thing they have in common.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are seeds and spores different? Name at least two differences.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Why is it important to use evidence before classifying something, instead of just guessing?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WRITE &amp; EXPLAIN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Difference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difference between seeds and spores, and how does that difference matter for the plant?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the biggest difference is…"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supports your thinking?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this because during the sorting lab, I observed…"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7238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make sense?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0098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because…"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78561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use at least one of these words: seed, spore, classify, evidence, reproduce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Label + Turn It 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seed and a spore cluster side by side. Label at least 4 parts total across both drawings (for example: seed coat, embryo, hilum, spore, cluster, scattered).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SUBMISSION INCLUDES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completed sorting chart with evidence for each clue (A-F)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Write &amp; Explain response using science vocabulary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Part C drawing with seed and spore, labeled with at least 4 parts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Sorting Work, Plant Scientist!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how do humans affect ecosystems?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 · Lesson 21.02 · NGSS 3-LS1-1 · CPALMS SC.3.L.15.2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2026-07-13T16:55:47Z</dcterms:created>
  <dcterms:modified xsi:type="dcterms:W3CDTF">2026-07-13T16:55:47Z</dcterms:modified>
</cp:coreProperties>
</file>